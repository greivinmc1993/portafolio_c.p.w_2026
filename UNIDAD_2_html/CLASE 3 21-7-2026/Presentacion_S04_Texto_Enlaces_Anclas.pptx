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Path Intellisense autocompleta: si la ruta no aparece sugerida, casi seguro está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4465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Facilitador: Giovanni Antonio Coto Calderón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6446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CSTI12002 · Sesión 4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C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Encabezados, texto, enlaces y anclas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· Texto semántico y citas · Hipervínculos · Rutas relativas · Anclas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2 — Empleo de etiquetas y atributos HTML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Facilitador: Giovanni Antonio Coto Calderón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Encabezados: jerarquía, no tamaño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seis niveles h1–h6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Expresan la estructura LÓGICA: h1 tema, h2 secciones, h3 subsecciones.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h1 por página: es el titular del documento.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saltarse niveles: los lectores de pantalla navegan por encabezados.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Nunca elegir el nivel por su apariencia.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del curso: HTML dice QUÉ es cada cosa; CSS dirá CÓMO se ve.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Texto semántico y citas</a:t>
            </a:r>
            <a:endParaRPr lang="en-US" sz="3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Significado antes que apariencia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DCE6F1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con significado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5166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&lt;strong&gt;: importancia fuerte (negrita).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&lt;em&gt;: énfasis (cursiva).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&lt;mark&gt;: resaltado (fondo amarillo).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&lt;sub&gt;/&lt;sup&gt;: subíndice/superíndice.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Preferir strong/em sobre b/i.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325880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8CBAD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132588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2194560"/>
            <a:ext cx="5166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&lt;blockquote cite='URL'&gt;: cita en bloque.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&lt;q&gt;: cita corta (comillas automáticas).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&lt;cite&gt;: el título de la obra.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&lt;abbr title='…'&gt;: sigla con su significado.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&lt;address&gt;: datos de contacto.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Hipervínculos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etiqueta &lt;a&gt; y sus atributos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href: el destino (URL, ruta relativa, #ancla, mailto:, tel:).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_self (misma pestaña) o _blank (nueva). _blank solo para externos.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rel='noopener': OBLIGATORIO con _blank (seguridad).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download: descarga el recurso en lugar de navegarlo.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del enlace descriptivo: “Ver el temario”, no “clic aquí”.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5A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Rutas relativas y anclas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relativas: la habilidad transversal</a:t>
            </a:r>
            <a:endParaRPr lang="en-US" sz="2700" dirty="0"/>
          </a:p>
        </p:txBody>
      </p:sp>
      <p:pic>
        <p:nvPicPr>
          <p:cNvPr id="3" name="Image 0" descr="/home/claude/img/s4_ru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371600"/>
            <a:ext cx="7863840" cy="34564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ruta se calcula desde el archivo actual. Las rutas de disco están prohibidas.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Anclas: navegar dentro de la página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247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Marcar el destino con id (único): &lt;h2 id='formacion'&gt;.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Enlazar con href='#formacion'.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href='#': volver arriba.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href='pagina.html#seccion': sección DE OTRA página (ruta + ancla).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menús de una página y tablas de contenido.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 de la sesión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encabezados expresan jerarquía, no tamaño: un solo h1, sin saltos.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strong/em aportan significado; b/i solo apariencia.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blockquote es cita en bloque; q es cita corta con comillas automáticas.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rel='noopener' es obligatorio siempre que se use target='_blank'.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recurso propio se enlaza con ruta relativa (nunca de disco).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anclas (id + #id) permiten navegar dentro de la página o hacia otra.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2026-07-15T01:42:59Z</dcterms:created>
  <dcterms:modified xsi:type="dcterms:W3CDTF">2026-07-15T01:42:59Z</dcterms:modified>
</cp:coreProperties>
</file>
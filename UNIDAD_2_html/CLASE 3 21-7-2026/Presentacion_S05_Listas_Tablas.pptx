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es SOLO para datos tabulares. La maquetación llega con CSS (flexbox y rejillas).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Facilitador: Giovanni Antonio Coto Calderón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6446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CSTI12002 · Sesión 5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C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y tablas de datos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ol, ul, dl · Anidamiento · Tablas completas · Agrupación · colspan/rowspan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2 — Empleo de etiquetas y atributos HTML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Facilitador: Giovanni Antonio Coto Calderón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5A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Listas: los tres tipos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ul, ol y dl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Desordenada &lt;ul&gt;: elementos sin secuencia (viñetas).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Ordenada &lt;ol&gt;: elementos con secuencia (numeración).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Descriptiva &lt;dl&gt;: parejas &lt;dt&gt; término + &lt;dd&gt; descripción.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de ol: type, start, reversed; value en un li.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Criterio: la lista ordena ELEMENTOS; la tabla cruza filas × columnas.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Anidamiento de listas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sublista va DENTRO del &lt;li&gt; del padre (antes de cerrar &lt;/li&gt;).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común: colocarla entre dos &lt;li&gt; (el validador lo delata).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los menús con submenús y temarios multinivel.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Emmet: ul&gt;li*4 · ul&gt;li*3&gt;ul&gt;li*2 (anidada).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5A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Tablas de datos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una tabla</a:t>
            </a:r>
            <a:endParaRPr lang="en-US" sz="2700" dirty="0"/>
          </a:p>
        </p:txBody>
      </p:sp>
      <p:pic>
        <p:nvPicPr>
          <p:cNvPr id="3" name="Image 0" descr="/home/claude/img/s5_tab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2636" y="1371600"/>
            <a:ext cx="658368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caption, thead, tbody y tfoot; celdas th (encabezado) y td (dato).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Vocabulario y agrupación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DCE6F1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Vocabulario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1663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&lt;table&gt;: la tabla.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&lt;tr&gt;: fila (table row).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&lt;td&gt;: celda de datos.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&lt;th&gt;: celda de encabezado.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&lt;caption&gt;: título accesible.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32588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8CBAD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32588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Agrupación y combinación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2194560"/>
            <a:ext cx="51663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&lt;thead&gt;: fila(s) de encabezados.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&lt;tbody&gt;: los datos.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&lt;tfoot&gt;: totales / pie.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colspan: abarca columnas.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rowspan: abarca filas.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Contabilidad y accesibilidad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cada fila debe SUMAR el mismo número de columnas.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usar colspan/rowspan, se OMITEN las celdas absorbidas.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scope='col' / scope='row' en &lt;th&gt;: informa al lector de pantalla.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Emmet: table&gt;caption+thead&gt;tr&gt;th*4^^tbody&gt;tr*5&gt;td*4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 de la sesión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listas: ul (sin orden), ol (con orden), dl (término/descripción).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sublista se anida DENTRO del li del padre.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tabla es solo para datos tabulares, no para maquetar.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caption, thead, tbody y tfoot estructuran la tabla.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colspan y rowspan combinan celdas; cuidar la contabilidad de columnas.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en los th aporta accesibilidad.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2026-07-15T01:42:59Z</dcterms:created>
  <dcterms:modified xsi:type="dcterms:W3CDTF">2026-07-15T01:42:59Z</dcterms:modified>
</cp:coreProperties>
</file>
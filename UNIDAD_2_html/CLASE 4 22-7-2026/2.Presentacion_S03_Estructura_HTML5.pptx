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gratuitas. Se instalan desde la vista Extensiones (Ctrl+Shift+X).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Hito clave: HTML 4.01 (1999) separa contenido (HTML) de apariencia (CSS). HTML5 (2014) trae semántica, video y audio nativos, y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la división: el head informa SOBRE la página; el body ES la página. Uno solo de cada uno por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curso los comentarios son obligatorios y evaluados: rotulan secciones, explican decisiones y firman el archivo.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clase se valida por carga de archivo. La validación es requisito de entrega en cada práctica.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Estructura del documento HTML5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F1"/>
                </a:solidFill>
              </a:rPr>
              <a:t>VS Code · Anatomía del documento · Metadatos y favicon · Atributos globales · Validación W3C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8CBAD"/>
                </a:solidFill>
              </a:rPr>
              <a:t>Unidad 2 — Codificación de la estructura de páginas web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Facilitador: Giovanni Antonio Coto Calderón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5A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1. Visual Studio Code: el entorno del curso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Facilitador: Giovanni Antonio Coto Calderón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CSTI12002 · Sesión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¿Qué es VS Code?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Editor de código gratuito, de código abierto y multiplataforma, de Microsoft.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El más usado por desarrolladores web: será nuestro entorno todo el módulo.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 extensiones alcanza capacidades de IDE: edición, terminal y control de versiones en una ventana.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IntelliSense (autocompletado) · Emmet (abreviaturas)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Terminal integrada · Source Control nativo · Paleta de comandos (Ctrl+Shift+P)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Facilitador: Giovanni Antonio Coto Calderón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CSTI12002 · Sesión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El kit de extensiones del curso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DCE6F1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Escribir mejor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Live Server: recarga automática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Prettier: formatea al guardar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Auto Rename Tag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Path Intellisense: rutas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8CBAD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5544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Versionar y ver claro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2860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GitLens · GitHub Pull Requests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Spanish Language Pack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Error Lens: errores en línea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Material Icon Theme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Facilitador: Giovanni Antonio Coto Calderón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59536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CSTI12002 · Sesión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Ajustes del curso (Ctrl + ,)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Auto Save: afterDelay — no se pierde el trabajo.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Format On Save con Prettier — el código se ordena solo.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Word Wrap: on — sin desplazamiento horizontal.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El formateo al guardar alimenta el indicador evaluado: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“es ordenado en la elaboración del código”.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Facilitador: Giovanni Antonio Coto Calderón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CSTI12002 · Sesión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5A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2. Anatomía del documento HTML5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Facilitador: Giovanni Antonio Coto Calderón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CSTI12002 · Sesión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¿Qué es HTML?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Lenguaje de Marcado de Hipertexto: estructura y da SIGNIFICADO al contenido.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Usa etiquetas (como &lt;p&gt; o &lt;h1&gt;) para indicar al navegador cómo tratar cada parte.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Es la columna vertebral de Internet.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Creado en 1989 por Tim Berners-Lee, en el CERN.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Su idea original: vincular y compartir documentos científicos.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Facilitador: Giovanni Antonio Coto Calderón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CSTI12002 · Sesión 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La evolución del lenguaje</a:t>
            </a:r>
            <a:endParaRPr lang="en-US" sz="2400" dirty="0"/>
          </a:p>
        </p:txBody>
      </p:sp>
      <p:pic>
        <p:nvPicPr>
          <p:cNvPr id="3" name="Image 0" descr="/home/claude/img/s3_histo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236" y="1280160"/>
            <a:ext cx="8412480" cy="30815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45312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De 1989 al estándar vivo que gestiona la WHATWG.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Facilitador: Giovanni Antonio Coto Calderón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859536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CSTI12002 · Sesión 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Hoy: el estándar vivo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Desde 2019 las versiones numeradas desaparecieron.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La WHATWG (Apple, Google, Mozilla, Microsoft) gestiona el HTML Living Standard.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Evoluciona de forma continua, no por lanzamientos anuales.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Se mantiene compatible con versiones anteriores: el código no queda obsoleto.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HTML5 es el estándar vigente; la portada se llama por convención index.html.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Facilitador: Giovanni Antonio Coto Calderón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CSTI12002 · Sesión 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La estructura base</a:t>
            </a:r>
            <a:endParaRPr lang="en-US" sz="2400" dirty="0"/>
          </a:p>
        </p:txBody>
      </p:sp>
      <p:pic>
        <p:nvPicPr>
          <p:cNvPr id="3" name="Image 0" descr="/home/claude/img/s3_anatom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5436" y="1280160"/>
            <a:ext cx="7498080" cy="4005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7667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DOCTYPE, head (metadatos) y body (contenido visible).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Facilitador: Giovanni Antonio Coto Calderón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859536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CSTI12002 · Sesión 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Las cuatro piezas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&lt;!DOCTYPE html&gt;: primera línea; activa el modo estándar (evita el “modo quirks”).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&lt;html lang='es'&gt;: elemento raíz único; lang declara el idioma (accesibilidad y SEO).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&lt;head&gt;: metadatos, información sobre la página. Nada visible.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&lt;body&gt;: todo el contenido visible. Uno solo por documento.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Facilitador: Giovanni Antonio Coto Calderón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CSTI12002 · Sesión 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El &lt;head&gt; a fondo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&lt;meta charset='UTF-8'&gt;: codificación (tildes, eñes). Va primero.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&lt;meta name='viewport' …&gt;: ancho real del dispositivo; base del responsivo (Unidad 4).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&lt;title&gt;: el ÚNICO obligatorio del head. Pestaña, favoritos y resultados de Google.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meta author / description / keywords: autoría, resumen y palabras clave.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&lt;link rel='icon'&gt;: el favicon; se guarda en recursos/ y se llama con RUTA RELATIVA.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Facilitador: Giovanni Antonio Coto Calderón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CSTI12002 · Sesión 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5A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3. Atributos globales y comentarios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Facilitador: Giovanni Antonio Coto Calderón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CSTI12002 · Sesión 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Se aplican a cualquier etiqueta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DCE6F1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Atributos globales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id: identificador único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class: agrupación reutilizable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lang · title (tooltip)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style · hidden · data-*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8CBAD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5544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Comentarios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2860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&lt;!-- texto --&gt;  (Ctrl + /)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No se renderizan…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…pero SÍ viajan al navegador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Nunca datos sensibles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Facilitador: Giovanni Antonio Coto Calderón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59536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CSTI12002 · Sesión 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5A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4. La W3C y la validación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Facilitador: Giovanni Antonio Coto Calderón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CSTI12002 · Sesión 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¿Qué es la W3C?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World Wide Web Consortium: desarrolla los estándares abiertos de la web.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Que exista un estándar es lo que garantiza que una página se vea igual…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…en Chrome, en Firefox o en Safari.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Sin estándar, cada navegador interpretaría el código a su manera.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Su validador oficial: validator.w3.org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Facilitador: Giovanni Antonio Coto Calderón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CSTI12002 · Sesión 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Errores y advertencias</a:t>
            </a:r>
            <a:endParaRPr lang="en-US" sz="2400" dirty="0"/>
          </a:p>
        </p:txBody>
      </p:sp>
      <p:pic>
        <p:nvPicPr>
          <p:cNvPr id="3" name="Image 0" descr="/home/claude/img/s3_valid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80160"/>
            <a:ext cx="786384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El código del curso valida sin errores.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Facilitador: Giovanni Antonio Coto Calderón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859536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CSTI12002 · Sesión 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Ideas clave de la sesión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333333"/>
                </a:solidFill>
              </a:rPr>
              <a:t>VS Code + el kit de extensiones es el entorno de todo el módulo.</a:t>
            </a:r>
            <a:endParaRPr lang="en-US" sz="1700" dirty="0"/>
          </a:p>
          <a:p>
            <a:pPr marL="254000" indent="-2540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333333"/>
                </a:solidFill>
              </a:rPr>
              <a:t>Format On Save alimenta el indicador evaluado de orden del código.</a:t>
            </a:r>
            <a:endParaRPr lang="en-US" sz="1700" dirty="0"/>
          </a:p>
          <a:p>
            <a:pPr marL="254000" indent="-2540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333333"/>
                </a:solidFill>
              </a:rPr>
              <a:t>HTML estructura y da significado; hoy es un estándar vivo (WHATWG).</a:t>
            </a:r>
            <a:endParaRPr lang="en-US" sz="1700" dirty="0"/>
          </a:p>
          <a:p>
            <a:pPr marL="254000" indent="-2540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333333"/>
                </a:solidFill>
              </a:rPr>
              <a:t>Cuatro piezas: DOCTYPE, html lang, head (metadatos) y body (contenido).</a:t>
            </a:r>
            <a:endParaRPr lang="en-US" sz="1700" dirty="0"/>
          </a:p>
          <a:p>
            <a:pPr marL="254000" indent="-2540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333333"/>
                </a:solidFill>
              </a:rPr>
              <a:t>El &lt;title&gt; es el único elemento obligatorio del head.</a:t>
            </a:r>
            <a:endParaRPr lang="en-US" sz="1700" dirty="0"/>
          </a:p>
          <a:p>
            <a:pPr marL="254000" indent="-2540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333333"/>
                </a:solidFill>
              </a:rPr>
              <a:t>Los comentarios son obligatorios y evaluados; nunca llevan datos sensibles.</a:t>
            </a:r>
            <a:endParaRPr lang="en-US" sz="1700" dirty="0"/>
          </a:p>
          <a:p>
            <a:pPr marL="254000" indent="-2540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333333"/>
                </a:solidFill>
              </a:rPr>
              <a:t>El código del curso valida en la W3C sin errores.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Facilitador: Giovanni Antonio Coto Calderón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6446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CSTI12002 · Sesión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2026-07-22T17:00:07Z</dcterms:created>
  <dcterms:modified xsi:type="dcterms:W3CDTF">2026-07-22T17:00:07Z</dcterms:modified>
</cp:coreProperties>
</file>